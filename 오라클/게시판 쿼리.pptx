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8" autoAdjust="0"/>
    <p:restoredTop sz="94661" autoAdjust="0"/>
  </p:normalViewPr>
  <p:slideViewPr>
    <p:cSldViewPr snapToGrid="0">
      <p:cViewPr varScale="1">
        <p:scale>
          <a:sx n="54" d="100"/>
          <a:sy n="54" d="100"/>
        </p:scale>
        <p:origin x="-102" y="-5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3143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68103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98499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72905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611727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51228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57415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32739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04780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261770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63842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860DFE-6525-4D51-93BA-DC8B0B25156B}" type="datetimeFigureOut">
              <a:rPr lang="ko-KR" altLang="en-US" smtClean="0"/>
              <a:pPr/>
              <a:t>2020-12-17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A45FD-1400-4CA7-A961-7B85EF1E7A4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4835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586391"/>
            <a:ext cx="1282417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사용자 </a:t>
            </a:r>
            <a:r>
              <a:rPr lang="en-US" altLang="ko-KR" dirty="0" smtClean="0"/>
              <a:t>board/1234 </a:t>
            </a:r>
            <a:r>
              <a:rPr lang="ko-KR" altLang="en-US" dirty="0" smtClean="0"/>
              <a:t>생성합니다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*</a:t>
            </a:r>
            <a:r>
              <a:rPr lang="ko-KR" altLang="en-US" dirty="0" smtClean="0"/>
              <a:t>다음은 게시판에 글을 등록하고 </a:t>
            </a:r>
            <a:r>
              <a:rPr lang="ko-KR" altLang="en-US" dirty="0" smtClean="0"/>
              <a:t>처리</a:t>
            </a:r>
            <a:r>
              <a:rPr lang="ko-KR" altLang="en-US" dirty="0" smtClean="0"/>
              <a:t>하는</a:t>
            </a:r>
            <a:r>
              <a:rPr lang="ko-KR" altLang="en-US" dirty="0" smtClean="0"/>
              <a:t> </a:t>
            </a:r>
            <a:r>
              <a:rPr lang="ko-KR" altLang="en-US" dirty="0" smtClean="0"/>
              <a:t>과정입니다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</a:t>
            </a:r>
            <a:r>
              <a:rPr lang="ko-KR" altLang="en-US" dirty="0" smtClean="0"/>
              <a:t>조건에 맞는 </a:t>
            </a:r>
            <a:r>
              <a:rPr lang="en-US" altLang="ko-KR" dirty="0" smtClean="0"/>
              <a:t>SQL</a:t>
            </a:r>
            <a:r>
              <a:rPr lang="ko-KR" altLang="en-US" dirty="0" smtClean="0"/>
              <a:t>문을 작성해보세요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테이블 생성</a:t>
            </a:r>
            <a:endParaRPr lang="en-US" altLang="ko-KR" dirty="0" smtClean="0"/>
          </a:p>
          <a:p>
            <a:r>
              <a:rPr lang="en-US" altLang="ko-KR" dirty="0" smtClean="0"/>
              <a:t>CREATE TABLE BOARD(</a:t>
            </a:r>
          </a:p>
          <a:p>
            <a:r>
              <a:rPr lang="en-US" altLang="ko-KR" dirty="0" smtClean="0"/>
              <a:t>	BOARD_NUM         NUMBER(5),         --</a:t>
            </a:r>
            <a:r>
              <a:rPr lang="ko-KR" altLang="en-US" dirty="0" smtClean="0"/>
              <a:t>글 번호</a:t>
            </a:r>
            <a:r>
              <a:rPr lang="en-US" altLang="ko-KR" dirty="0" smtClean="0"/>
              <a:t>(</a:t>
            </a:r>
            <a:r>
              <a:rPr lang="ko-KR" altLang="en-US" dirty="0" smtClean="0"/>
              <a:t>기본 키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	BOARD_NAME        VARCHAR2(30),   --</a:t>
            </a:r>
            <a:r>
              <a:rPr lang="ko-KR" altLang="en-US" dirty="0" smtClean="0"/>
              <a:t>작성자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BOARD_PASS          VARCHAR2(30),   --</a:t>
            </a:r>
            <a:r>
              <a:rPr lang="ko-KR" altLang="en-US" dirty="0" smtClean="0"/>
              <a:t>비밀번호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BOARD_SUBJECT      VARCHAR2(300),  --</a:t>
            </a:r>
            <a:r>
              <a:rPr lang="ko-KR" altLang="en-US" dirty="0" smtClean="0"/>
              <a:t>제목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BOARD_CONTENT    VARCHAR2(4000), --</a:t>
            </a:r>
            <a:r>
              <a:rPr lang="ko-KR" altLang="en-US" dirty="0" smtClean="0"/>
              <a:t>내용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BOARD_FILE            VARCHAR2(50),   --</a:t>
            </a:r>
            <a:r>
              <a:rPr lang="ko-KR" altLang="en-US" dirty="0" smtClean="0"/>
              <a:t>첨부될 파일 명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시스템에 저장되는 파일명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	BOARD_ORIGINAL    VARCHAR2(50),   --</a:t>
            </a:r>
            <a:r>
              <a:rPr lang="ko-KR" altLang="en-US" dirty="0" smtClean="0"/>
              <a:t>첨부될 파일 명</a:t>
            </a:r>
            <a:r>
              <a:rPr lang="en-US" altLang="ko-KR" dirty="0" smtClean="0"/>
              <a:t>(</a:t>
            </a:r>
            <a:r>
              <a:rPr lang="ko-KR" altLang="en-US" dirty="0" smtClean="0"/>
              <a:t>시스템에 저장된 파일의 원래 파일명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	BOARD_RE_REF         NUMBER(5),      --</a:t>
            </a:r>
            <a:r>
              <a:rPr lang="ko-KR" altLang="en-US" dirty="0" smtClean="0"/>
              <a:t>답변 글 작성시 참조되는 글의 번호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BOARD_RE_LEV         NUMBER(5),      --</a:t>
            </a:r>
            <a:r>
              <a:rPr lang="ko-KR" altLang="en-US" dirty="0" smtClean="0"/>
              <a:t>답변 글의 깊이</a:t>
            </a:r>
            <a:r>
              <a:rPr lang="en-US" altLang="ko-KR" dirty="0" smtClean="0"/>
              <a:t>(</a:t>
            </a:r>
            <a:r>
              <a:rPr lang="ko-KR" altLang="en-US" dirty="0" smtClean="0"/>
              <a:t>원문 글</a:t>
            </a:r>
            <a:r>
              <a:rPr lang="en-US" altLang="ko-KR" dirty="0" smtClean="0"/>
              <a:t>:0, </a:t>
            </a:r>
            <a:r>
              <a:rPr lang="ko-KR" altLang="en-US" dirty="0" smtClean="0"/>
              <a:t>답변</a:t>
            </a:r>
            <a:r>
              <a:rPr lang="en-US" altLang="ko-KR" dirty="0" smtClean="0"/>
              <a:t>:1, </a:t>
            </a:r>
            <a:r>
              <a:rPr lang="ko-KR" altLang="en-US" dirty="0" smtClean="0"/>
              <a:t>답변의 답변</a:t>
            </a:r>
            <a:r>
              <a:rPr lang="en-US" altLang="ko-KR" dirty="0" smtClean="0"/>
              <a:t>2)</a:t>
            </a:r>
          </a:p>
          <a:p>
            <a:r>
              <a:rPr lang="en-US" altLang="ko-KR" dirty="0" smtClean="0"/>
              <a:t>	BOARD_RE_SEQ         NUMBER(5),     --</a:t>
            </a:r>
            <a:r>
              <a:rPr lang="ko-KR" altLang="en-US" dirty="0" smtClean="0"/>
              <a:t>답변 글의 순서</a:t>
            </a:r>
            <a:r>
              <a:rPr lang="en-US" altLang="ko-KR" dirty="0" smtClean="0"/>
              <a:t>(</a:t>
            </a:r>
            <a:r>
              <a:rPr lang="ko-KR" altLang="en-US" dirty="0" smtClean="0"/>
              <a:t>원문 글 기준으로 보여주는 순서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	BOARD_READCOUNT NUMBER(5),      --</a:t>
            </a:r>
            <a:r>
              <a:rPr lang="ko-KR" altLang="en-US" dirty="0" smtClean="0"/>
              <a:t>글의 조회수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BOARD_DATE DATE,                         --</a:t>
            </a:r>
            <a:r>
              <a:rPr lang="ko-KR" altLang="en-US" dirty="0" smtClean="0"/>
              <a:t>글의 작성 날짜</a:t>
            </a:r>
          </a:p>
          <a:p>
            <a:r>
              <a:rPr lang="ko-KR" altLang="en-US" dirty="0" smtClean="0"/>
              <a:t>	</a:t>
            </a:r>
            <a:r>
              <a:rPr lang="en-US" altLang="ko-KR" dirty="0" smtClean="0"/>
              <a:t>PRIMARY KEY(BOARD_NUM)</a:t>
            </a:r>
          </a:p>
          <a:p>
            <a:r>
              <a:rPr lang="en-US" altLang="ko-KR" dirty="0" smtClean="0"/>
              <a:t>);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586391"/>
            <a:ext cx="128241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글 번호는 시퀀스를 사용합니다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</a:t>
            </a:r>
            <a:r>
              <a:rPr lang="ko-KR" altLang="en-US" dirty="0" smtClean="0"/>
              <a:t>시퀀스 이름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board_seq</a:t>
            </a: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ko-KR" altLang="en-US" dirty="0" err="1" smtClean="0"/>
              <a:t>시작값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</a:t>
            </a:r>
          </a:p>
          <a:p>
            <a:r>
              <a:rPr lang="en-US" altLang="ko-KR" dirty="0" smtClean="0"/>
              <a:t>   </a:t>
            </a:r>
            <a:r>
              <a:rPr lang="ko-KR" altLang="en-US" dirty="0" err="1" smtClean="0"/>
              <a:t>증가값</a:t>
            </a:r>
            <a:r>
              <a:rPr lang="ko-KR" altLang="en-US" dirty="0" smtClean="0"/>
              <a:t> </a:t>
            </a:r>
            <a:r>
              <a:rPr lang="en-US" altLang="ko-KR" dirty="0" smtClean="0"/>
              <a:t>: 1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ko-KR" altLang="en-US" dirty="0" smtClean="0"/>
              <a:t>테이블 조회와 같이 </a:t>
            </a:r>
            <a:r>
              <a:rPr lang="ko-KR" altLang="en-US" dirty="0" err="1" smtClean="0"/>
              <a:t>원문글이</a:t>
            </a:r>
            <a:r>
              <a:rPr lang="ko-KR" altLang="en-US" dirty="0" smtClean="0"/>
              <a:t> 저장되도록 </a:t>
            </a:r>
            <a:r>
              <a:rPr lang="en-US" altLang="ko-KR" dirty="0" smtClean="0"/>
              <a:t>INSERT</a:t>
            </a:r>
            <a:r>
              <a:rPr lang="ko-KR" altLang="en-US" dirty="0" smtClean="0"/>
              <a:t>문을 작성하세요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1) </a:t>
            </a:r>
            <a:r>
              <a:rPr lang="ko-KR" altLang="en-US" dirty="0" err="1" smtClean="0"/>
              <a:t>원문글의</a:t>
            </a:r>
            <a:r>
              <a:rPr lang="ko-KR" altLang="en-US" dirty="0" smtClean="0"/>
              <a:t> 경우 </a:t>
            </a:r>
            <a:r>
              <a:rPr lang="en-US" altLang="ko-KR" dirty="0" smtClean="0"/>
              <a:t>BOARD_RE_REF </a:t>
            </a:r>
            <a:r>
              <a:rPr lang="ko-KR" altLang="en-US" dirty="0" err="1" smtClean="0"/>
              <a:t>컬럼의</a:t>
            </a:r>
            <a:r>
              <a:rPr lang="ko-KR" altLang="en-US" dirty="0" smtClean="0"/>
              <a:t> 값은 원문 글 번호와 같습니다</a:t>
            </a:r>
            <a:r>
              <a:rPr lang="en-US" altLang="ko-KR" dirty="0" smtClean="0"/>
              <a:t>.                   </a:t>
            </a:r>
          </a:p>
          <a:p>
            <a:r>
              <a:rPr lang="en-US" altLang="ko-KR" dirty="0" smtClean="0"/>
              <a:t>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2) BOARD_RE_LEV,BOARD_RE_SEQ,BOARD_READCOUNT </a:t>
            </a:r>
            <a:r>
              <a:rPr lang="ko-KR" altLang="en-US" dirty="0" smtClean="0"/>
              <a:t>값은 모두 </a:t>
            </a:r>
            <a:r>
              <a:rPr lang="en-US" altLang="ko-KR" dirty="0" smtClean="0"/>
              <a:t>0 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3) BOARD_DATE</a:t>
            </a:r>
            <a:r>
              <a:rPr lang="ko-KR" altLang="en-US" dirty="0" smtClean="0"/>
              <a:t>는 시스템 날짜입니다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4) BOARD_FILE, BOARD_ORIGINAL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null</a:t>
            </a:r>
            <a:r>
              <a:rPr lang="ko-KR" altLang="en-US" dirty="0" smtClean="0"/>
              <a:t>로 처리합니다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5) </a:t>
            </a:r>
            <a:r>
              <a:rPr lang="ko-KR" altLang="en-US" dirty="0" smtClean="0"/>
              <a:t>비밀번호 삽입은 하지만 조회 시 제외합니다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3" name="그림 2" descr="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6403" y="5383267"/>
            <a:ext cx="12110287" cy="840992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443" y="2621402"/>
            <a:ext cx="11808245" cy="2459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5. </a:t>
            </a:r>
            <a:r>
              <a:rPr lang="ko-KR" altLang="en-US" dirty="0" err="1" smtClean="0"/>
              <a:t>원문글에</a:t>
            </a:r>
            <a:r>
              <a:rPr lang="ko-KR" altLang="en-US" dirty="0" smtClean="0"/>
              <a:t> 답변을 달도록 </a:t>
            </a:r>
            <a:r>
              <a:rPr lang="ko-KR" altLang="en-US" dirty="0" err="1" smtClean="0"/>
              <a:t>쿼리문을</a:t>
            </a:r>
            <a:r>
              <a:rPr lang="ko-KR" altLang="en-US" dirty="0" smtClean="0"/>
              <a:t> 작성하세요</a:t>
            </a:r>
            <a:r>
              <a:rPr lang="en-US" altLang="ko-KR" dirty="0" smtClean="0"/>
              <a:t>.(INSERT</a:t>
            </a:r>
            <a:r>
              <a:rPr lang="ko-KR" altLang="en-US" dirty="0" smtClean="0"/>
              <a:t>문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   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1) </a:t>
            </a:r>
            <a:r>
              <a:rPr lang="ko-KR" altLang="en-US" dirty="0" smtClean="0"/>
              <a:t>글 번호는 시퀀스로 증가합니다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2) BOARD_RE_REF </a:t>
            </a:r>
            <a:r>
              <a:rPr lang="ko-KR" altLang="en-US" dirty="0" err="1" smtClean="0"/>
              <a:t>컬럼의</a:t>
            </a:r>
            <a:r>
              <a:rPr lang="ko-KR" altLang="en-US" dirty="0" smtClean="0"/>
              <a:t> 값은 </a:t>
            </a:r>
            <a:r>
              <a:rPr lang="ko-KR" altLang="en-US" dirty="0" err="1" smtClean="0"/>
              <a:t>원문글의</a:t>
            </a:r>
            <a:r>
              <a:rPr lang="ko-KR" altLang="en-US" dirty="0" smtClean="0"/>
              <a:t> 글 번호와 일치합니다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    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3) BOARD_RE_LEV,BOARD_RE_SEQ</a:t>
            </a:r>
            <a:r>
              <a:rPr lang="ko-KR" altLang="en-US" dirty="0" smtClean="0"/>
              <a:t>는 원문글의 </a:t>
            </a:r>
            <a:r>
              <a:rPr lang="en-US" altLang="ko-KR" dirty="0" smtClean="0"/>
              <a:t>BOARD_RE_LEV,BOARD_RE_SEQ 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증가합니다</a:t>
            </a:r>
            <a:r>
              <a:rPr lang="en-US" altLang="ko-KR" dirty="0" smtClean="0"/>
              <a:t>.                        </a:t>
            </a:r>
          </a:p>
          <a:p>
            <a:r>
              <a:rPr lang="en-US" altLang="ko-KR" dirty="0" smtClean="0"/>
              <a:t>         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4) BOARD_DATE</a:t>
            </a:r>
            <a:r>
              <a:rPr lang="ko-KR" altLang="en-US" dirty="0" smtClean="0"/>
              <a:t>는 시스템 날짜입니다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5" name="그림 4" descr="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462" y="4893425"/>
            <a:ext cx="11768985" cy="135220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35394"/>
            <a:ext cx="1208670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6.   </a:t>
            </a:r>
            <a:r>
              <a:rPr lang="ko-KR" altLang="en-US" dirty="0" smtClean="0"/>
              <a:t>테이블 조회는  </a:t>
            </a:r>
            <a:r>
              <a:rPr lang="en-US" altLang="ko-KR" dirty="0" smtClean="0"/>
              <a:t>BOARD_RE_REF</a:t>
            </a:r>
            <a:r>
              <a:rPr lang="ko-KR" altLang="en-US" dirty="0" smtClean="0"/>
              <a:t>를 기준으로 내림차순으로 정렬하고</a:t>
            </a:r>
            <a:r>
              <a:rPr lang="en-US" altLang="ko-KR" dirty="0" smtClean="0"/>
              <a:t>,</a:t>
            </a:r>
          </a:p>
          <a:p>
            <a:pPr marL="342900" indent="-342900"/>
            <a:r>
              <a:rPr lang="en-US" altLang="ko-KR" dirty="0" smtClean="0"/>
              <a:t>     BOARD_RE_REF </a:t>
            </a:r>
            <a:r>
              <a:rPr lang="ko-KR" altLang="en-US" dirty="0" smtClean="0"/>
              <a:t>같으면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를 오름차순 기준으로 정렬합니다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</a:t>
            </a:r>
            <a:r>
              <a:rPr lang="ko-KR" altLang="en-US" dirty="0" smtClean="0"/>
              <a:t>정렬기준으로 처음부터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개를 조회합니다</a:t>
            </a:r>
            <a:r>
              <a:rPr lang="en-US" altLang="ko-KR" dirty="0" smtClean="0"/>
              <a:t>.(SELECT</a:t>
            </a:r>
            <a:r>
              <a:rPr lang="ko-KR" altLang="en-US" dirty="0" smtClean="0"/>
              <a:t>문 사용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5" name="그림 4" descr="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7462" y="4893425"/>
            <a:ext cx="11768985" cy="1352205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935394"/>
            <a:ext cx="12086705" cy="280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7. </a:t>
            </a:r>
            <a:r>
              <a:rPr lang="ko-KR" altLang="en-US" dirty="0" err="1" smtClean="0"/>
              <a:t>원문글에</a:t>
            </a:r>
            <a:r>
              <a:rPr lang="ko-KR" altLang="en-US" dirty="0" smtClean="0"/>
              <a:t>  답변을 추가하는 경우 기존 글들의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증가합니다</a:t>
            </a:r>
            <a:r>
              <a:rPr lang="en-US" altLang="ko-KR" dirty="0"/>
              <a:t>. </a:t>
            </a:r>
            <a:r>
              <a:rPr lang="en-US" altLang="ko-KR" dirty="0" smtClean="0"/>
              <a:t> </a:t>
            </a:r>
            <a:r>
              <a:rPr lang="en-US" altLang="ko-KR" dirty="0"/>
              <a:t>(UPDATE</a:t>
            </a:r>
            <a:r>
              <a:rPr lang="ko-KR" altLang="en-US" dirty="0"/>
              <a:t>문 사용</a:t>
            </a:r>
            <a:r>
              <a:rPr lang="en-US" altLang="ko-KR" dirty="0" smtClean="0"/>
              <a:t>)</a:t>
            </a:r>
          </a:p>
          <a:p>
            <a:pPr marL="342900" indent="-342900"/>
            <a:r>
              <a:rPr lang="ko-KR" altLang="en-US" dirty="0" smtClean="0"/>
              <a:t>   조건</a:t>
            </a:r>
            <a:r>
              <a:rPr lang="en-US" altLang="ko-KR" dirty="0" smtClean="0"/>
              <a:t>) BOARD_RE_REF</a:t>
            </a:r>
            <a:r>
              <a:rPr lang="ko-KR" altLang="en-US" dirty="0" smtClean="0"/>
              <a:t>가 원문글의 번호이고 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   BOARD_RE_SEQ</a:t>
            </a:r>
            <a:r>
              <a:rPr lang="ko-KR" altLang="en-US" dirty="0" smtClean="0"/>
              <a:t>값이 </a:t>
            </a:r>
            <a:r>
              <a:rPr lang="ko-KR" altLang="en-US" dirty="0" err="1" smtClean="0"/>
              <a:t>원문글의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보다 큰 경우에만 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   </a:t>
            </a:r>
            <a:r>
              <a:rPr lang="ko-KR" altLang="en-US" dirty="0" smtClean="0"/>
              <a:t>답변의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증가합니다</a:t>
            </a:r>
            <a:endParaRPr lang="ko-KR" altLang="en-US" dirty="0"/>
          </a:p>
        </p:txBody>
      </p:sp>
      <p:pic>
        <p:nvPicPr>
          <p:cNvPr id="6" name="그림 5" descr="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8759" y="2121175"/>
            <a:ext cx="11309684" cy="1670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8.  </a:t>
            </a:r>
            <a:r>
              <a:rPr lang="ko-KR" altLang="en-US" dirty="0" err="1" smtClean="0"/>
              <a:t>원문글</a:t>
            </a:r>
            <a:r>
              <a:rPr lang="en-US" altLang="ko-KR" dirty="0" smtClean="0"/>
              <a:t>(BOARD_NUM=1)</a:t>
            </a:r>
            <a:r>
              <a:rPr lang="ko-KR" altLang="en-US" dirty="0" smtClean="0"/>
              <a:t>에 답변을 추가로 달도록 </a:t>
            </a:r>
            <a:r>
              <a:rPr lang="ko-KR" altLang="en-US" dirty="0" err="1" smtClean="0"/>
              <a:t>쿼리문을</a:t>
            </a:r>
            <a:r>
              <a:rPr lang="ko-KR" altLang="en-US" dirty="0" smtClean="0"/>
              <a:t> 작성합니다</a:t>
            </a:r>
            <a:r>
              <a:rPr lang="en-US" altLang="ko-KR" dirty="0" smtClean="0"/>
              <a:t>.(INSERT</a:t>
            </a:r>
            <a:r>
              <a:rPr lang="ko-KR" altLang="en-US" dirty="0" smtClean="0"/>
              <a:t>문</a:t>
            </a:r>
            <a:r>
              <a:rPr lang="en-US" altLang="ko-KR" dirty="0" smtClean="0"/>
              <a:t>) </a:t>
            </a:r>
          </a:p>
          <a:p>
            <a:pPr marL="342900" indent="-342900"/>
            <a:r>
              <a:rPr lang="en-US" altLang="ko-KR" dirty="0" smtClean="0"/>
              <a:t>    (</a:t>
            </a:r>
            <a:r>
              <a:rPr lang="ko-KR" altLang="en-US" dirty="0" smtClean="0"/>
              <a:t>최신의 </a:t>
            </a:r>
            <a:r>
              <a:rPr lang="ko-KR" altLang="en-US" dirty="0" err="1" smtClean="0"/>
              <a:t>답변글이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원문글</a:t>
            </a:r>
            <a:r>
              <a:rPr lang="ko-KR" altLang="en-US" dirty="0" smtClean="0"/>
              <a:t> 바로 아래에 위치합니다</a:t>
            </a:r>
            <a:r>
              <a:rPr lang="en-US" altLang="ko-KR" dirty="0" smtClean="0"/>
              <a:t>.)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2756" y="1376709"/>
            <a:ext cx="11959244" cy="383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그림 4" descr="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4429" y="5401479"/>
            <a:ext cx="11582657" cy="13817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9. </a:t>
            </a:r>
            <a:r>
              <a:rPr lang="ko-KR" altLang="en-US" dirty="0" smtClean="0"/>
              <a:t>글 번호 </a:t>
            </a:r>
            <a:r>
              <a:rPr lang="en-US" altLang="ko-KR" dirty="0" smtClean="0"/>
              <a:t>2(BOARD_NUM=2)</a:t>
            </a:r>
            <a:r>
              <a:rPr lang="ko-KR" altLang="en-US" dirty="0" smtClean="0"/>
              <a:t>에 답변을 답니다</a:t>
            </a:r>
            <a:r>
              <a:rPr lang="en-US" altLang="ko-KR" dirty="0" smtClean="0"/>
              <a:t>.(INSERT </a:t>
            </a:r>
            <a:r>
              <a:rPr lang="ko-KR" altLang="en-US" dirty="0" smtClean="0"/>
              <a:t>문</a:t>
            </a:r>
            <a:r>
              <a:rPr lang="en-US" altLang="ko-KR" dirty="0" smtClean="0"/>
              <a:t>)</a:t>
            </a:r>
          </a:p>
          <a:p>
            <a:pPr marL="342900" indent="-342900"/>
            <a:r>
              <a:rPr lang="en-US" altLang="ko-KR" dirty="0" smtClean="0"/>
              <a:t>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1) BOARD_RE_REF</a:t>
            </a:r>
            <a:r>
              <a:rPr lang="ko-KR" altLang="en-US" dirty="0" smtClean="0"/>
              <a:t>는  원문글번호를 가집니다</a:t>
            </a:r>
            <a:r>
              <a:rPr lang="en-US" altLang="ko-KR" dirty="0" smtClean="0"/>
              <a:t>.</a:t>
            </a:r>
          </a:p>
          <a:p>
            <a:pPr marL="342900" indent="-342900"/>
            <a:r>
              <a:rPr lang="en-US" altLang="ko-KR" dirty="0" smtClean="0"/>
              <a:t>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2) BOARD_RE_LEV</a:t>
            </a:r>
            <a:r>
              <a:rPr lang="ko-KR" altLang="en-US" dirty="0" smtClean="0"/>
              <a:t>는 글번호 </a:t>
            </a:r>
            <a:r>
              <a:rPr lang="en-US" altLang="ko-KR" dirty="0" smtClean="0"/>
              <a:t>2</a:t>
            </a:r>
            <a:r>
              <a:rPr lang="ko-KR" altLang="en-US" dirty="0" smtClean="0"/>
              <a:t>의  </a:t>
            </a:r>
            <a:r>
              <a:rPr lang="en-US" altLang="ko-KR" dirty="0" smtClean="0"/>
              <a:t>BOARD_RE_LEV 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1 </a:t>
            </a:r>
            <a:r>
              <a:rPr lang="ko-KR" altLang="en-US" dirty="0" smtClean="0"/>
              <a:t>증가합니다</a:t>
            </a:r>
            <a:r>
              <a:rPr lang="en-US" altLang="ko-KR" dirty="0" smtClean="0"/>
              <a:t>.</a:t>
            </a:r>
          </a:p>
          <a:p>
            <a:pPr marL="342900" indent="-342900"/>
            <a:r>
              <a:rPr lang="en-US" altLang="ko-KR" dirty="0" smtClean="0"/>
              <a:t>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3) BOARD_RE_SEQ</a:t>
            </a:r>
            <a:r>
              <a:rPr lang="ko-KR" altLang="en-US" dirty="0" smtClean="0"/>
              <a:t>는 글번호 </a:t>
            </a:r>
            <a:r>
              <a:rPr lang="en-US" altLang="ko-KR" dirty="0" smtClean="0"/>
              <a:t>2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BOARD_RE_SEQ 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6" name="그림 5" descr="7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1726" y="5347043"/>
            <a:ext cx="11453263" cy="1157690"/>
          </a:xfrm>
          <a:prstGeom prst="rect">
            <a:avLst/>
          </a:prstGeom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8051" y="1736325"/>
            <a:ext cx="11276433" cy="3528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8241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pPr marL="342900" indent="-342900"/>
            <a:r>
              <a:rPr lang="en-US" altLang="ko-KR" dirty="0" smtClean="0"/>
              <a:t>10.  </a:t>
            </a:r>
            <a:r>
              <a:rPr lang="ko-KR" altLang="en-US" dirty="0" err="1" smtClean="0"/>
              <a:t>원문글</a:t>
            </a:r>
            <a:r>
              <a:rPr lang="en-US" altLang="ko-KR" dirty="0" smtClean="0"/>
              <a:t>(BOARD_NUM=1)</a:t>
            </a:r>
            <a:r>
              <a:rPr lang="ko-KR" altLang="en-US" dirty="0" smtClean="0"/>
              <a:t>에 답변을 답니다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다음 조건에 맞는 </a:t>
            </a:r>
            <a:r>
              <a:rPr lang="ko-KR" altLang="en-US" dirty="0" err="1" smtClean="0"/>
              <a:t>쿼리문을</a:t>
            </a:r>
            <a:r>
              <a:rPr lang="ko-KR" altLang="en-US" dirty="0" smtClean="0"/>
              <a:t> 작성하세요</a:t>
            </a:r>
            <a:r>
              <a:rPr lang="en-US" altLang="ko-KR" dirty="0"/>
              <a:t>(UPDATE</a:t>
            </a:r>
            <a:r>
              <a:rPr lang="en-US" altLang="ko-KR" dirty="0" smtClean="0"/>
              <a:t>)</a:t>
            </a:r>
            <a:endParaRPr lang="ko-KR" altLang="en-US" dirty="0" smtClean="0"/>
          </a:p>
          <a:p>
            <a:pPr marL="342900" indent="-342900"/>
            <a:r>
              <a:rPr lang="ko-KR" altLang="en-US" dirty="0" smtClean="0"/>
              <a:t>              </a:t>
            </a:r>
          </a:p>
          <a:p>
            <a:pPr marL="342900" indent="-342900"/>
            <a:r>
              <a:rPr lang="ko-KR" altLang="en-US" dirty="0" smtClean="0"/>
              <a:t>     조건</a:t>
            </a:r>
            <a:r>
              <a:rPr lang="en-US" altLang="ko-KR" dirty="0" smtClean="0"/>
              <a:t>1) </a:t>
            </a:r>
            <a:r>
              <a:rPr lang="ko-KR" altLang="en-US" dirty="0" smtClean="0"/>
              <a:t>글 번호 </a:t>
            </a:r>
            <a:r>
              <a:rPr lang="en-US" altLang="ko-KR" dirty="0" smtClean="0"/>
              <a:t>3,2,4</a:t>
            </a:r>
            <a:r>
              <a:rPr lang="ko-KR" altLang="en-US" dirty="0" smtClean="0"/>
              <a:t>의 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는 기존의 값에서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증가합니다</a:t>
            </a:r>
            <a:r>
              <a:rPr lang="en-US" altLang="ko-KR" dirty="0" smtClean="0"/>
              <a:t>. </a:t>
            </a:r>
          </a:p>
          <a:p>
            <a:pPr marL="342900" indent="-342900"/>
            <a:r>
              <a:rPr lang="en-US" altLang="ko-KR" dirty="0"/>
              <a:t> </a:t>
            </a:r>
            <a:r>
              <a:rPr lang="en-US" altLang="ko-KR" dirty="0" smtClean="0"/>
              <a:t>            BOARD_RE_REF</a:t>
            </a:r>
            <a:r>
              <a:rPr lang="ko-KR" altLang="en-US" dirty="0" smtClean="0"/>
              <a:t>의 값이 </a:t>
            </a:r>
            <a:r>
              <a:rPr lang="ko-KR" altLang="en-US" dirty="0" err="1" smtClean="0"/>
              <a:t>원문글</a:t>
            </a:r>
            <a:r>
              <a:rPr lang="ko-KR" altLang="en-US" dirty="0" smtClean="0"/>
              <a:t> 번호이고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      BOARD_RE_SEQ</a:t>
            </a:r>
            <a:r>
              <a:rPr lang="ko-KR" altLang="en-US" dirty="0" smtClean="0"/>
              <a:t>값이 </a:t>
            </a:r>
            <a:r>
              <a:rPr lang="ko-KR" altLang="en-US" dirty="0" err="1" smtClean="0"/>
              <a:t>원문글의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보다 큰 경우에만 </a:t>
            </a: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             </a:t>
            </a:r>
            <a:r>
              <a:rPr lang="ko-KR" altLang="en-US" dirty="0" smtClean="0"/>
              <a:t>답변의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pic>
        <p:nvPicPr>
          <p:cNvPr id="5" name="그림 4" descr="8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7368" y="2713805"/>
            <a:ext cx="11457651" cy="1633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15452"/>
            <a:ext cx="12108873" cy="369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직사각형 2"/>
          <p:cNvSpPr/>
          <p:nvPr/>
        </p:nvSpPr>
        <p:spPr>
          <a:xfrm>
            <a:off x="347578" y="257816"/>
            <a:ext cx="113738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조건</a:t>
            </a:r>
            <a:r>
              <a:rPr lang="en-US" altLang="ko-KR" dirty="0" smtClean="0"/>
              <a:t>2) </a:t>
            </a:r>
            <a:r>
              <a:rPr lang="ko-KR" altLang="en-US" dirty="0" smtClean="0"/>
              <a:t>새로 입력하는 </a:t>
            </a:r>
            <a:r>
              <a:rPr lang="ko-KR" altLang="en-US" dirty="0" err="1" smtClean="0"/>
              <a:t>답변글의</a:t>
            </a:r>
            <a:r>
              <a:rPr lang="ko-KR" altLang="en-US" dirty="0" smtClean="0"/>
              <a:t>  </a:t>
            </a:r>
            <a:r>
              <a:rPr lang="en-US" altLang="ko-KR" dirty="0" smtClean="0"/>
              <a:t>BOARD_RE_REF</a:t>
            </a:r>
            <a:r>
              <a:rPr lang="ko-KR" altLang="en-US" dirty="0" smtClean="0"/>
              <a:t>는 원문글 번호 입니다</a:t>
            </a:r>
            <a:r>
              <a:rPr lang="en-US" altLang="ko-KR" dirty="0" smtClean="0"/>
              <a:t>.(INSERT)</a:t>
            </a:r>
          </a:p>
          <a:p>
            <a:r>
              <a:rPr lang="en-US" altLang="ko-KR" dirty="0" smtClean="0"/>
              <a:t>         BOARD_RE_LEV</a:t>
            </a:r>
            <a:r>
              <a:rPr lang="ko-KR" altLang="en-US" dirty="0" smtClean="0"/>
              <a:t>는 원문글의 </a:t>
            </a:r>
            <a:r>
              <a:rPr lang="en-US" altLang="ko-KR" dirty="0" smtClean="0"/>
              <a:t>BOARD_RE_LEV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 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    BOARD_RE_SEQ </a:t>
            </a:r>
            <a:r>
              <a:rPr lang="ko-KR" altLang="en-US" dirty="0" smtClean="0"/>
              <a:t>는 원문글의 </a:t>
            </a:r>
            <a:r>
              <a:rPr lang="en-US" altLang="ko-KR" dirty="0" smtClean="0"/>
              <a:t>BOARD_RE_SEQ 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 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pic>
        <p:nvPicPr>
          <p:cNvPr id="4" name="그림 3" descr="8_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9937" y="5204330"/>
            <a:ext cx="11598442" cy="13301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61895" y="182042"/>
            <a:ext cx="1970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 </a:t>
            </a:r>
            <a:r>
              <a:rPr lang="en-US" altLang="ko-KR" dirty="0" smtClean="0"/>
              <a:t>11. </a:t>
            </a:r>
            <a:r>
              <a:rPr lang="ko-KR" altLang="en-US" smtClean="0"/>
              <a:t>원문 </a:t>
            </a:r>
            <a:r>
              <a:rPr lang="ko-KR" altLang="en-US" dirty="0" smtClean="0"/>
              <a:t>글 삽입</a:t>
            </a:r>
            <a:endParaRPr lang="ko-KR" altLang="en-US" dirty="0"/>
          </a:p>
        </p:txBody>
      </p:sp>
      <p:pic>
        <p:nvPicPr>
          <p:cNvPr id="3" name="그림 2" descr="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3668" y="5414246"/>
            <a:ext cx="11489663" cy="1209844"/>
          </a:xfrm>
          <a:prstGeom prst="rect">
            <a:avLst/>
          </a:prstGeom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309" y="620685"/>
            <a:ext cx="11310850" cy="4566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3617" y="378144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12. 6</a:t>
            </a:r>
            <a:r>
              <a:rPr lang="ko-KR" altLang="en-US" dirty="0" smtClean="0"/>
              <a:t>번 글에 답변을 달아요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717" y="840412"/>
            <a:ext cx="11770822" cy="5424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13617" y="378144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12. 6</a:t>
            </a:r>
            <a:r>
              <a:rPr lang="ko-KR" altLang="en-US" dirty="0" smtClean="0"/>
              <a:t>번 글에 답변을 달아요</a:t>
            </a:r>
            <a:endParaRPr lang="ko-KR" altLang="en-US" dirty="0"/>
          </a:p>
        </p:txBody>
      </p:sp>
      <p:pic>
        <p:nvPicPr>
          <p:cNvPr id="3" name="그림 2" descr="1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326" y="1126353"/>
            <a:ext cx="11928067" cy="20018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81533" y="388839"/>
            <a:ext cx="10984738" cy="36933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13. 3</a:t>
            </a:r>
            <a:r>
              <a:rPr lang="ko-KR" altLang="en-US" dirty="0" smtClean="0"/>
              <a:t>번 글에 대한 답변을 답니다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 </a:t>
            </a:r>
            <a:r>
              <a:rPr lang="ko-KR" altLang="en-US" dirty="0" smtClean="0"/>
              <a:t>조건</a:t>
            </a:r>
            <a:r>
              <a:rPr lang="en-US" altLang="ko-KR" dirty="0" smtClean="0"/>
              <a:t>1) 2, 4</a:t>
            </a:r>
            <a:r>
              <a:rPr lang="ko-KR" altLang="en-US" dirty="0" smtClean="0"/>
              <a:t>번 글에 대한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를 기존 값에서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 합니다</a:t>
            </a:r>
            <a:r>
              <a:rPr lang="en-US" altLang="ko-KR" dirty="0" smtClean="0"/>
              <a:t>. (8</a:t>
            </a:r>
            <a:r>
              <a:rPr lang="ko-KR" altLang="en-US" dirty="0" smtClean="0"/>
              <a:t>번 참조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    조건</a:t>
            </a:r>
            <a:r>
              <a:rPr lang="en-US" altLang="ko-KR" dirty="0" smtClean="0"/>
              <a:t>2) 8</a:t>
            </a:r>
            <a:r>
              <a:rPr lang="ko-KR" altLang="en-US" dirty="0" smtClean="0"/>
              <a:t>번 글의 </a:t>
            </a:r>
            <a:r>
              <a:rPr lang="en-US" altLang="ko-KR" dirty="0" smtClean="0"/>
              <a:t>BOARD_RE_REF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1, BOARD_RE_LEV</a:t>
            </a:r>
            <a:r>
              <a:rPr lang="ko-KR" altLang="en-US" dirty="0" smtClean="0"/>
              <a:t>은 답변의 답변이므로 </a:t>
            </a:r>
            <a:r>
              <a:rPr lang="en-US" altLang="ko-KR" dirty="0" smtClean="0"/>
              <a:t>2, BOARD_RE_SEQ</a:t>
            </a:r>
            <a:r>
              <a:rPr lang="ko-KR" altLang="en-US" dirty="0" smtClean="0"/>
              <a:t>는 </a:t>
            </a:r>
            <a:endParaRPr lang="en-US" altLang="ko-KR" dirty="0" smtClean="0"/>
          </a:p>
          <a:p>
            <a:r>
              <a:rPr lang="en-US" altLang="ko-KR" dirty="0" smtClean="0"/>
              <a:t>              3</a:t>
            </a:r>
            <a:r>
              <a:rPr lang="ko-KR" altLang="en-US" dirty="0" smtClean="0"/>
              <a:t>번 글의 답변이므로 </a:t>
            </a:r>
            <a:r>
              <a:rPr lang="en-US" altLang="ko-KR" dirty="0" smtClean="0"/>
              <a:t>3</a:t>
            </a:r>
            <a:r>
              <a:rPr lang="ko-KR" altLang="en-US" dirty="0" smtClean="0"/>
              <a:t>번 글의 </a:t>
            </a:r>
            <a:r>
              <a:rPr lang="en-US" altLang="ko-KR" dirty="0" smtClean="0"/>
              <a:t>BOARD_RE_SEQ</a:t>
            </a:r>
            <a:r>
              <a:rPr lang="ko-KR" altLang="en-US" dirty="0" smtClean="0"/>
              <a:t>보다 </a:t>
            </a:r>
            <a:r>
              <a:rPr lang="en-US" altLang="ko-KR" dirty="0" smtClean="0"/>
              <a:t>1</a:t>
            </a:r>
            <a:r>
              <a:rPr lang="ko-KR" altLang="en-US" dirty="0" smtClean="0"/>
              <a:t>증가 합니다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       </a:t>
            </a:r>
            <a:r>
              <a:rPr lang="ko-KR" altLang="en-US" dirty="0" smtClean="0"/>
              <a:t>즉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답변은 답변을 다는 글의 </a:t>
            </a:r>
            <a:r>
              <a:rPr lang="en-US" altLang="ko-KR" dirty="0" smtClean="0"/>
              <a:t>BOARD_RE_LEV,</a:t>
            </a:r>
            <a:r>
              <a:rPr lang="en-US" altLang="ko-KR" dirty="0"/>
              <a:t> BOARD_RE_SEQ </a:t>
            </a:r>
            <a:r>
              <a:rPr lang="ko-KR" altLang="en-US" dirty="0" smtClean="0"/>
              <a:t>보다 각각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증가합니다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" name="그림 3" descr="1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5134" y="1266062"/>
            <a:ext cx="11125955" cy="1562696"/>
          </a:xfrm>
          <a:prstGeom prst="rect">
            <a:avLst/>
          </a:prstGeom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010" y="3994652"/>
            <a:ext cx="10939463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9538"/>
            <a:ext cx="12192000" cy="663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8490" y="540913"/>
            <a:ext cx="108697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삭제의 조건</a:t>
            </a:r>
            <a:r>
              <a:rPr lang="en-US" altLang="ko-KR" dirty="0" smtClean="0"/>
              <a:t>)</a:t>
            </a:r>
          </a:p>
          <a:p>
            <a:r>
              <a:rPr lang="ko-KR" altLang="en-US" dirty="0" smtClean="0"/>
              <a:t>  조건</a:t>
            </a:r>
            <a:r>
              <a:rPr lang="en-US" altLang="ko-KR" dirty="0" smtClean="0"/>
              <a:t>1) </a:t>
            </a:r>
            <a:r>
              <a:rPr lang="ko-KR" altLang="en-US" dirty="0" smtClean="0"/>
              <a:t>해당 글이 </a:t>
            </a:r>
            <a:r>
              <a:rPr lang="ko-KR" altLang="en-US" dirty="0" err="1" smtClean="0"/>
              <a:t>원문글인</a:t>
            </a:r>
            <a:r>
              <a:rPr lang="ko-KR" altLang="en-US" dirty="0" smtClean="0"/>
              <a:t> 경우 이 </a:t>
            </a:r>
            <a:r>
              <a:rPr lang="ko-KR" altLang="en-US" dirty="0" err="1" smtClean="0"/>
              <a:t>원문글의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BOARD_RE_REF</a:t>
            </a:r>
            <a:r>
              <a:rPr lang="ko-KR" altLang="en-US" dirty="0" smtClean="0"/>
              <a:t>와 같은 글들을 삭제합니다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  조건</a:t>
            </a:r>
            <a:r>
              <a:rPr lang="en-US" altLang="ko-KR" dirty="0" smtClean="0"/>
              <a:t>2) </a:t>
            </a:r>
            <a:r>
              <a:rPr lang="ko-KR" altLang="en-US" dirty="0" smtClean="0"/>
              <a:t>해당 글이 </a:t>
            </a:r>
            <a:r>
              <a:rPr lang="ko-KR" altLang="en-US" dirty="0" err="1" smtClean="0"/>
              <a:t>원문글이</a:t>
            </a:r>
            <a:r>
              <a:rPr lang="ko-KR" altLang="en-US" dirty="0" smtClean="0"/>
              <a:t> 아닌 경우 자신과 자신의 하위 레벨 </a:t>
            </a:r>
            <a:r>
              <a:rPr lang="ko-KR" altLang="en-US" dirty="0" err="1" smtClean="0"/>
              <a:t>답변글들도</a:t>
            </a:r>
            <a:r>
              <a:rPr lang="ko-KR" altLang="en-US" dirty="0" smtClean="0"/>
              <a:t> 삭제합니다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14. </a:t>
            </a:r>
            <a:r>
              <a:rPr lang="ko-KR" altLang="en-US" dirty="0" smtClean="0"/>
              <a:t>글 번호 </a:t>
            </a:r>
            <a:r>
              <a:rPr lang="en-US" altLang="ko-KR" dirty="0" smtClean="0"/>
              <a:t>2</a:t>
            </a:r>
            <a:r>
              <a:rPr lang="ko-KR" altLang="en-US" dirty="0" smtClean="0"/>
              <a:t>번을 삭제하면 </a:t>
            </a:r>
            <a:r>
              <a:rPr lang="en-US" altLang="ko-KR" dirty="0" smtClean="0"/>
              <a:t>4</a:t>
            </a:r>
            <a:r>
              <a:rPr lang="ko-KR" altLang="en-US" dirty="0" smtClean="0"/>
              <a:t>번 글이 삭제되도록 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    (</a:t>
            </a:r>
            <a:r>
              <a:rPr lang="ko-KR" altLang="en-US" dirty="0" smtClean="0"/>
              <a:t>글 번호 </a:t>
            </a:r>
            <a:r>
              <a:rPr lang="en-US" altLang="ko-KR" dirty="0" smtClean="0"/>
              <a:t>3</a:t>
            </a:r>
            <a:r>
              <a:rPr lang="ko-KR" altLang="en-US" dirty="0" smtClean="0"/>
              <a:t>번을 삭제하면 </a:t>
            </a:r>
            <a:r>
              <a:rPr lang="en-US" altLang="ko-KR" dirty="0" smtClean="0"/>
              <a:t>8</a:t>
            </a:r>
            <a:r>
              <a:rPr lang="ko-KR" altLang="en-US" dirty="0" err="1" smtClean="0"/>
              <a:t>번글도</a:t>
            </a:r>
            <a:r>
              <a:rPr lang="ko-KR" altLang="en-US" dirty="0" smtClean="0"/>
              <a:t> 삭제됩니다</a:t>
            </a:r>
            <a:r>
              <a:rPr lang="en-US" altLang="ko-KR" dirty="0" smtClean="0"/>
              <a:t>.)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pPr marL="342900" indent="-342900"/>
            <a:r>
              <a:rPr lang="en-US" altLang="ko-KR" dirty="0" smtClean="0"/>
              <a:t>15. </a:t>
            </a:r>
            <a:r>
              <a:rPr lang="ko-KR" altLang="en-US" dirty="0" smtClean="0"/>
              <a:t>글 </a:t>
            </a:r>
            <a:r>
              <a:rPr lang="ko-KR" altLang="en-US" dirty="0"/>
              <a:t>번호 </a:t>
            </a:r>
            <a:r>
              <a:rPr lang="en-US" altLang="ko-KR" dirty="0" smtClean="0"/>
              <a:t>4</a:t>
            </a:r>
            <a:r>
              <a:rPr lang="ko-KR" altLang="en-US" dirty="0" smtClean="0"/>
              <a:t>번을 삭제하면 </a:t>
            </a:r>
            <a:r>
              <a:rPr lang="en-US" altLang="ko-KR" dirty="0" smtClean="0"/>
              <a:t>4</a:t>
            </a:r>
            <a:r>
              <a:rPr lang="ko-KR" altLang="en-US" dirty="0" smtClean="0"/>
              <a:t>번 글만 삭제됩니다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 startAt="13"/>
            </a:pPr>
            <a:endParaRPr lang="en-US" altLang="ko-KR" dirty="0" smtClean="0"/>
          </a:p>
          <a:p>
            <a:pPr marL="342900" indent="-342900">
              <a:buAutoNum type="arabicPeriod" startAt="13"/>
            </a:pPr>
            <a:endParaRPr lang="en-US" altLang="ko-KR" dirty="0"/>
          </a:p>
          <a:p>
            <a:pPr marL="342900" indent="-342900">
              <a:buAutoNum type="arabicPeriod" startAt="13"/>
            </a:pPr>
            <a:endParaRPr lang="en-US" altLang="ko-KR" dirty="0" smtClean="0"/>
          </a:p>
          <a:p>
            <a:pPr marL="342900" indent="-342900"/>
            <a:r>
              <a:rPr lang="en-US" altLang="ko-KR" dirty="0" smtClean="0"/>
              <a:t>16. </a:t>
            </a:r>
            <a:r>
              <a:rPr lang="ko-KR" altLang="en-US" dirty="0" smtClean="0"/>
              <a:t>글 </a:t>
            </a:r>
            <a:r>
              <a:rPr lang="ko-KR" altLang="en-US" dirty="0"/>
              <a:t>번호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번을 삭제하면 </a:t>
            </a:r>
            <a:r>
              <a:rPr lang="en-US" altLang="ko-KR" dirty="0" smtClean="0"/>
              <a:t>2,3,4,5,8 </a:t>
            </a:r>
            <a:r>
              <a:rPr lang="ko-KR" altLang="en-US" dirty="0" smtClean="0"/>
              <a:t>삭제됩니다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eriod" startAt="13"/>
            </a:pPr>
            <a:endParaRPr lang="en-US" altLang="ko-KR" dirty="0"/>
          </a:p>
          <a:p>
            <a:pPr marL="342900" indent="-342900">
              <a:buAutoNum type="arabicPeriod" startAt="13"/>
            </a:pPr>
            <a:endParaRPr lang="en-US" altLang="ko-KR" dirty="0" smtClean="0"/>
          </a:p>
          <a:p>
            <a:pPr marL="342900" indent="-342900">
              <a:buAutoNum type="arabicPeriod" startAt="13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39494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587</Words>
  <Application>Microsoft Office PowerPoint</Application>
  <PresentationFormat>사용자 지정</PresentationFormat>
  <Paragraphs>108</Paragraphs>
  <Slides>16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user1</dc:creator>
  <cp:lastModifiedBy>user</cp:lastModifiedBy>
  <cp:revision>53</cp:revision>
  <dcterms:created xsi:type="dcterms:W3CDTF">2017-10-20T00:06:16Z</dcterms:created>
  <dcterms:modified xsi:type="dcterms:W3CDTF">2020-12-17T07:47:18Z</dcterms:modified>
</cp:coreProperties>
</file>