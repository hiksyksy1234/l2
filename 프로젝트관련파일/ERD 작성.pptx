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10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72572"/>
            <a:ext cx="7162800" cy="5231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798286"/>
            <a:ext cx="4038600" cy="58782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798286"/>
            <a:ext cx="4038600" cy="58782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679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679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679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83722E0-AB26-474F-A582-4C908965700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42CB0-E7AC-4233-AA42-BC2DF49DFB00}" type="datetimeFigureOut">
              <a:rPr lang="ko-KR" altLang="en-US" smtClean="0"/>
              <a:pPr/>
              <a:t>2022-07-11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33411-A951-4192-B3C8-AF0A35143B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496" y="72572"/>
            <a:ext cx="9433048" cy="523119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ERD </a:t>
            </a:r>
            <a:r>
              <a:rPr lang="ko-KR" altLang="en-US" smtClean="0"/>
              <a:t>작성</a:t>
            </a:r>
            <a:r>
              <a:rPr lang="en-US" altLang="ko-KR" smtClean="0"/>
              <a:t>(</a:t>
            </a:r>
            <a:r>
              <a:rPr lang="ko-KR" altLang="en-US" dirty="0" smtClean="0"/>
              <a:t>테이블선택</a:t>
            </a:r>
            <a:r>
              <a:rPr lang="en-US" altLang="ko-KR" dirty="0" smtClean="0"/>
              <a:t>-&gt;Model</a:t>
            </a:r>
            <a:r>
              <a:rPr lang="ko-KR" altLang="en-US" dirty="0" smtClean="0"/>
              <a:t>탭 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619125"/>
            <a:ext cx="826770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9170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</Words>
  <Application>Microsoft Office PowerPoint</Application>
  <PresentationFormat>화면 슬라이드 쇼(4:3)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ERD 작성(테이블선택-&gt;Model탭 선택)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Developer 다운 받기</dc:title>
  <dc:creator>다다</dc:creator>
  <cp:lastModifiedBy>user</cp:lastModifiedBy>
  <cp:revision>6</cp:revision>
  <dcterms:created xsi:type="dcterms:W3CDTF">2015-12-16T02:40:31Z</dcterms:created>
  <dcterms:modified xsi:type="dcterms:W3CDTF">2022-07-10T23:33:34Z</dcterms:modified>
</cp:coreProperties>
</file>